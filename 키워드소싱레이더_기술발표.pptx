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키워드 소싱 레이더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BBF24"/>
                </a:solidFill>
              </a:defRPr>
            </a:pPr>
            <a:r>
              <a:t>Copaung Code Command - 기술 아키텍처 및 AI 스펙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01.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</a:defRPr>
            </a:pPr>
            <a:r>
              <a:t>AI 기반 이커머스 키워드 분석 챗봇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프로젝트명: 키워드 소싱 레이더 (Copaung Code Command)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목적: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네이버 데이터랩 기반 검색 트렌드 분석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AI를 활용한 '미래 유망 키워드' 예측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'니치 제품명' 자동 추천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타깃 사용자: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- 1인 셀러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소규모 이커머스 브랜드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핵심 가치: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데이터 기반 의사결정 지원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대화형 자연어 인터페이스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02.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</a:defRPr>
            </a:pPr>
            <a:r>
              <a:t>전체 구조 및 기술 스택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(React/Next.js)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API Routes</a:t>
            </a:r>
            <a:br/>
            <a:r>
              <a:t>(Next.js)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AI/LLM</a:t>
            </a:r>
            <a:br/>
            <a:r>
              <a:t>(Groq SDK)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560320" cy="9144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Charts</a:t>
            </a:r>
            <a:br/>
            <a:r>
              <a:t>(Recharts)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43200"/>
            <a:ext cx="2560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 Engine</a:t>
            </a:r>
            <a:br/>
            <a:r>
              <a:t>(시계열 분석)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2560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Supabase</a:t>
            </a:r>
            <a:br/>
            <a:r>
              <a:t>(DB/Auth)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114800"/>
            <a:ext cx="2743200" cy="822960"/>
          </a:xfrm>
          <a:prstGeom prst="roundRect">
            <a:avLst/>
          </a:prstGeom>
          <a:solidFill>
            <a:srgbClr val="1E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Naver DataLab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114800"/>
            <a:ext cx="2743200" cy="8229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Coupang Scraper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데이터 흐름: 사용자 요청 → API Routes → AI 분류 → DataLab/Coupang 데이터 수집 → ML 분석 → LLM 응답 생성 → 차트 시각화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0116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0116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Next.js 16.0.7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React 19.2.0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Tailwind CSS v4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Recharts 3.5.1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280160"/>
            <a:ext cx="20116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1280160"/>
            <a:ext cx="201168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AI/ML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202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Groq SDK 0.37.0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arima 0.2.5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자체 ML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20116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20116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Next.js API Routes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Supabase 2.86.0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280160"/>
            <a:ext cx="20116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280160"/>
            <a:ext cx="201168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External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Naver DataLab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Coupang Scraper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Naver Shopping 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03. AI 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</a:defRPr>
            </a:pPr>
            <a:r>
              <a:t>LLM 및 ML 엔진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 통합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AI 모델: Groq SDK (LLM 추론)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빠른 응답 속도 (Groq 인프라)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OpenAI 호환 API 인터페이스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AI 활용 패턴 (3가지):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질문 유형 분류 (trend/strategy/naming/other)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DataLab 실행 여부 판단 (스마트 라우팅)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메인 챗봇 응답 생성 (소싱 전문가 역할)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프롬프트 엔지니어링: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역할 정의: 한국어 소싱 전문가 챗봇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응답 구조화: 데이터 요약 → 제품명 제안 → 다음 액션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니치 키워드 설계 원칙: 타깃/용도/형태/가치 기반 조합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ML 시계열 분석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시계열 분석 알고리즘 (10+가지 자체 구현):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선형회귀: 전체 추세 파악 (slope, R², 추세 방향)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지수평활법: 노이즈 제거, 데이터 평활화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Holt-Winters: 트렌드 + 계절성 예측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Mann-Kendall 검정: 통계적 트렌드 유의성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STL 분해: 트렌드/계절성/잔차 분리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ARIMA: 시계열 예측 (arima 패키지)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종합 점수 산출: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growthScore (성장성): 0-100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stabilityScore (안정성): 0-100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seasonalityScore (계절성 강도): 0-100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recommendation: 5단계 추천 등급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04. 데이터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</a:defRPr>
            </a:pPr>
            <a:r>
              <a:t>데이터 흐름 및 외부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데이터 처리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핵심 분석 파이프라인: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1️⃣ 사용자 메시지 수신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2️⃣ inferDatalabParams: 연도/카테고리 자동 추출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3️⃣ decideDatalabByLLM: AI가 분석 필요 여부 판단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4️⃣ fetchTopKeywords: 네이버 Top 10 키워드 수집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5️⃣ callShoppingCategoryKeywords: 키워드별 시계열 데이터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6️⃣ analyzeAdvancedTrend: ML 분석 수행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7️⃣ Supabase Insert: DB 로깅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8️⃣ LLM 응답 생성: datalabSummary 포함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9️⃣ 프론트엔드: keywordInsights 시각화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외부 API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네이버 DataLab API: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쇼핑 카테고리 트렌드 API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카테고리별 키워드 트렌드 API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X-Naver-Client-Id/Secret 인증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네이버 쇼핑인사이트 크롤링: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Top 20 키워드 조회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- 429 에러 시 exponential backoff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키워드 정규화 로직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쿠팡 가격 스크래핑: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키워드별 가격 통계 (min/max/avg)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랜덤 User-Agent, Rate limiting 방지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05. 시각화 및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</a:defRPr>
            </a:pPr>
            <a:r>
              <a:t>데이터 시각화 컴포넌트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데이터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Recharts 기반 인터랙티브 차트 (5가지):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📊 GrowthScoreComparisonChart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   - 키워드별 성장점수 비교 (수평 막대)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   - Brush 슬라이더, 클릭 선택 기능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📈 TimeSeriesForecastChart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   - 실제값/평활/추세/예측선 복합 차트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   - 드래그 줌, 더블클릭 리셋 기능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🎯 OverallScoreRadarChart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   - 5축 레이더 차트 (종합 점수)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📋 RisingKeywordsSummary / SeasonalityChart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     - 상승추세 요약 카드, 월별 계절성 패턴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주요 기능 및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핵심 가치: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데이터 기반 의사결정: 네이버 시계열 + ML 분석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대화형 인터페이스: GPT 기반 자연어 상호작용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실시간 시각화: 성장점수, 예측 그래프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니치 마켓 발굴: 경쟁도 낮은 키워드 추천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스마트 기능: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메시지 내 조건 자동 감지 및 분석 모드 전환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LLM 기반 DataLab 실행 필요성 판단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- 16개 네이버 쇼핑 카테고리 매핑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안정성: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- 429 Rate Limit: Exponential backoff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  - Coupang 403: 조기 종료 및 안내 메시지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✅ Next.js 16 + React 19 기반 풀스택 아키텍처</a:t>
            </a:r>
          </a:p>
          <a:p>
            <a:pPr algn="l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✅ Groq SDK를 통한 LLM 통합 (3가지 용도)</a:t>
            </a:r>
          </a:p>
          <a:p>
            <a:pPr algn="l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✅ 10+ 시계열 분석 알고리즘 자체 구현</a:t>
            </a:r>
          </a:p>
          <a:p>
            <a:pPr algn="l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✅ 네이버 DataLab + 쿠팡 데이터 통합</a:t>
            </a:r>
          </a:p>
          <a:p>
            <a:pPr algn="l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✅ Recharts 기반 인터랙티브 시각화</a:t>
            </a:r>
          </a:p>
          <a:p>
            <a:pPr algn="l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✅ Supabase 인증 및 데이터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AI 기반 이커머스 키워드 분석 챗봇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